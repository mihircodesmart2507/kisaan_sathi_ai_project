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55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"/>
            <a:ext cx="9143999" cy="10810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6091" y="2464054"/>
            <a:ext cx="7068820" cy="953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30EF44-4108-0CF9-5EAC-A3937B527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6"/>
            <a:ext cx="9144000" cy="68560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age_2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0AB935-5107-42E1-1B96-6728913E8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2209800"/>
            <a:ext cx="381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age_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age_4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46"/>
            <a:ext cx="9143999" cy="6856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age_6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age_7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age_8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age_9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age_10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,900+ Thank You Presentation Stock Photos, Pictures &amp; Royalty-Free Images - iStock">
            <a:extLst>
              <a:ext uri="{FF2B5EF4-FFF2-40B4-BE49-F238E27FC236}">
                <a16:creationId xmlns:a16="http://schemas.microsoft.com/office/drawing/2014/main" id="{6EFC58F5-C972-FD51-57F6-455710274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44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MIHIR</dc:creator>
  <cp:lastModifiedBy>Mihir Aryan Mishra</cp:lastModifiedBy>
  <cp:revision>3</cp:revision>
  <dcterms:created xsi:type="dcterms:W3CDTF">2026-08-10T04:13:11Z</dcterms:created>
  <dcterms:modified xsi:type="dcterms:W3CDTF">2026-08-10T04:20:02Z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2026-06-21T00:00:00Z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2026-08-10T00:00:00Z</vt:filetime>
  </property>
  <property fmtid="{D5CDD505-2E9C-101B-9397-08002B2CF9AE}" pid="6" name="Producer">
    <vt:lpwstr>Microsoft® PowerPoint® 2019</vt:lpwstr>
  </property>
</Properties>
</file>